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nary"/>
          <p:cNvSpPr/>
          <p:nvPr/>
        </p:nvSpPr>
        <p:spPr/>
        <p:txBody>
          <a:bodyPr/>
          <a:lstStyle/>
          <a:p>
            <a:r>
              <a:t>LEADERAI-ZIP-EXTRACT-CANARY-20261013</a:t>
            </a:r>
          </a:p>
        </p:txBody>
      </p:sp>
    </p:spTree>
  </p:cSld>
  <p:clrMapOvr>
    <a:masterClrMapping/>
  </p:clrMapOvr>
</p:sld>
</file>

<file path=../../leaderai-zipslip-two-level-canary.txt>LEADERAI-ZIP-EXTRACT-CANARY-20261013
ZIP_SLIP_TWO_LEVEL_TRAVERSAL

</file>

<file path=../leaderai-backslash-traversal-canary.txt>LEADERAI-ZIP-EXTRACT-CANARY-20261013
ZIP_SLIP_BACKSLASH_TRAVERSAL

</file>

<file path=../leaderai-zipslip-canary.txt>LEADERAI-ZIP-EXTRACT-CANARY-20261013
ZIP_SLIP_PARENT_TRAVERSAL

</file>

<file path=/tmp/leaderai-absolute-path-canary.txt>LEADERAI-ZIP-EXTRACT-CANARY-20261013
ZIP_ABSOLUTE_POSIX_PATH

</file>

<file path=C:/Windows/Temp/leaderai-absolute-path-canary.txt>LEADERAI-ZIP-EXTRACT-CANARY-20261013
ZIP_ABSOLUTE_WINDOWS_PATH

</file>

<file path=canary/safe-control.txt>LEADERAI-ZIP-EXTRACT-CANARY-20261013
SAFE_CONTROL_ENTRY

</file>

<file path=docProps/core.xml><?xml version="1.0" encoding="utf-8"?>
<cp:coreProperties xmlns:cp="http://schemas.openxmlformats.org/package/2006/metadata/core-properties" xmlns:dc="http://purl.org/dc/elements/1.1/">
  <dc:title>LEADERAI-ZIP-EXTRACT-CANARY-20261013</dc:title>
</cp:coreProperties>
</file>